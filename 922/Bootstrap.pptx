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8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078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86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218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256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17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37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940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12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825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194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7036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30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029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038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6480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62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96DD4-E19A-4897-ADD4-2DBB49F6C373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66081-1224-42A6-83A4-FB701C4BE41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093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Bootstrap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286612" y="4555222"/>
            <a:ext cx="2834717" cy="981671"/>
          </a:xfrm>
        </p:spPr>
        <p:txBody>
          <a:bodyPr>
            <a:normAutofit/>
          </a:bodyPr>
          <a:lstStyle/>
          <a:p>
            <a:r>
              <a:rPr lang="ru-RU" dirty="0" smtClean="0"/>
              <a:t>Выполнил</a:t>
            </a:r>
            <a:r>
              <a:rPr lang="en-US" dirty="0" smtClean="0"/>
              <a:t>:</a:t>
            </a:r>
          </a:p>
          <a:p>
            <a:r>
              <a:rPr lang="ru-RU" dirty="0" err="1" smtClean="0"/>
              <a:t>Сарыглар</a:t>
            </a:r>
            <a:r>
              <a:rPr lang="ru-RU" dirty="0" smtClean="0"/>
              <a:t> Шмит 9251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8673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Определение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Bootstrap</a:t>
            </a:r>
            <a:r>
              <a:rPr lang="ru-RU" dirty="0"/>
              <a:t> — это бесплатный открытый </a:t>
            </a:r>
            <a:r>
              <a:rPr lang="ru-RU" dirty="0" err="1"/>
              <a:t>фреймворк</a:t>
            </a:r>
            <a:r>
              <a:rPr lang="ru-RU" dirty="0"/>
              <a:t> с исходным кодом, предназначенный для быстрой вёрстки адаптивных веб-сайтов и веб-приложений. Он предоставляет готовые компоненты, стили и инструменты, которые упрощают создание интерфейсов и ускоряют разработку. 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9641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История создание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err="1"/>
              <a:t>Bootstrap</a:t>
            </a:r>
            <a:r>
              <a:rPr lang="ru-RU" dirty="0"/>
              <a:t> был создан и официально выпущен </a:t>
            </a:r>
            <a:r>
              <a:rPr lang="ru-RU" b="1" dirty="0"/>
              <a:t>19 августа 2011 года</a:t>
            </a:r>
            <a:r>
              <a:rPr lang="ru-RU" dirty="0"/>
              <a:t>.</a:t>
            </a:r>
          </a:p>
          <a:p>
            <a:r>
              <a:rPr lang="ru-RU" dirty="0"/>
              <a:t>Изначально </a:t>
            </a:r>
            <a:r>
              <a:rPr lang="ru-RU" dirty="0" err="1"/>
              <a:t>фреймворк</a:t>
            </a:r>
            <a:r>
              <a:rPr lang="ru-RU" dirty="0"/>
              <a:t> разрабатывался как внутренняя библиотека компании </a:t>
            </a:r>
            <a:r>
              <a:rPr lang="ru-RU" dirty="0" err="1"/>
              <a:t>Twitter</a:t>
            </a:r>
            <a:r>
              <a:rPr lang="ru-RU" dirty="0"/>
              <a:t> под названием </a:t>
            </a:r>
            <a:r>
              <a:rPr lang="ru-RU" b="1" dirty="0" err="1"/>
              <a:t>Twitter</a:t>
            </a:r>
            <a:r>
              <a:rPr lang="ru-RU" b="1" dirty="0"/>
              <a:t> </a:t>
            </a:r>
            <a:r>
              <a:rPr lang="ru-RU" b="1" dirty="0" err="1"/>
              <a:t>Blueprint</a:t>
            </a:r>
            <a:r>
              <a:rPr lang="ru-RU" dirty="0"/>
              <a:t>. После нескольких месяцев работы его открыли для широкой публики уже под именем </a:t>
            </a:r>
            <a:r>
              <a:rPr lang="ru-RU" dirty="0" err="1"/>
              <a:t>Bootstrap</a:t>
            </a:r>
            <a:r>
              <a:rPr lang="ru-RU" dirty="0"/>
              <a:t>.</a:t>
            </a:r>
          </a:p>
          <a:p>
            <a:r>
              <a:rPr lang="ru-RU" b="1" dirty="0"/>
              <a:t>Ключевые детали происхождения:</a:t>
            </a:r>
            <a:endParaRPr lang="ru-RU" dirty="0"/>
          </a:p>
          <a:p>
            <a:pPr lvl="1"/>
            <a:r>
              <a:rPr lang="ru-RU" b="1" dirty="0"/>
              <a:t>Авторы:</a:t>
            </a:r>
            <a:r>
              <a:rPr lang="ru-RU" dirty="0"/>
              <a:t> Марк Отто (</a:t>
            </a:r>
            <a:r>
              <a:rPr lang="ru-RU" dirty="0" err="1"/>
              <a:t>Mark</a:t>
            </a:r>
            <a:r>
              <a:rPr lang="ru-RU" dirty="0"/>
              <a:t> </a:t>
            </a:r>
            <a:r>
              <a:rPr lang="ru-RU" dirty="0" err="1"/>
              <a:t>Otto</a:t>
            </a:r>
            <a:r>
              <a:rPr lang="ru-RU" dirty="0"/>
              <a:t>) и </a:t>
            </a:r>
            <a:r>
              <a:rPr lang="ru-RU" dirty="0" err="1"/>
              <a:t>Джейкоб</a:t>
            </a:r>
            <a:r>
              <a:rPr lang="ru-RU" dirty="0"/>
              <a:t> </a:t>
            </a:r>
            <a:r>
              <a:rPr lang="ru-RU" dirty="0" err="1"/>
              <a:t>Торнтон</a:t>
            </a:r>
            <a:r>
              <a:rPr lang="ru-RU" dirty="0"/>
              <a:t> (</a:t>
            </a:r>
            <a:r>
              <a:rPr lang="ru-RU" dirty="0" err="1"/>
              <a:t>Jacob</a:t>
            </a:r>
            <a:r>
              <a:rPr lang="ru-RU" dirty="0"/>
              <a:t> </a:t>
            </a:r>
            <a:r>
              <a:rPr lang="ru-RU" dirty="0" err="1"/>
              <a:t>Thornton</a:t>
            </a:r>
            <a:r>
              <a:rPr lang="ru-RU" dirty="0"/>
              <a:t>).</a:t>
            </a:r>
          </a:p>
          <a:p>
            <a:pPr lvl="1"/>
            <a:r>
              <a:rPr lang="ru-RU" b="1" dirty="0"/>
              <a:t>Первоначальная цель:</a:t>
            </a:r>
            <a:r>
              <a:rPr lang="ru-RU" dirty="0"/>
              <a:t> унифицировать дизайн внутренних инструментов и сервисов </a:t>
            </a:r>
            <a:r>
              <a:rPr lang="ru-RU" dirty="0" err="1"/>
              <a:t>Twitter</a:t>
            </a:r>
            <a:r>
              <a:rPr lang="ru-RU" dirty="0"/>
              <a:t>, обеспечить единый стиль разработки.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210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Чем он полезнее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0321" y="1996580"/>
            <a:ext cx="9822696" cy="4462943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Быстрая разработка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Готовые компоненты и классы позволяют собирать интерфейсы в разы быстрее, чем писать код с нуля. Можно копировать фрагменты из документации и адаптировать под свой </a:t>
            </a:r>
            <a:r>
              <a:rPr lang="ru-RU" dirty="0" smtClean="0"/>
              <a:t>проект</a:t>
            </a:r>
            <a:endParaRPr lang="en-US" dirty="0" smtClean="0"/>
          </a:p>
          <a:p>
            <a:r>
              <a:rPr lang="ru-RU" dirty="0" smtClean="0"/>
              <a:t>.</a:t>
            </a:r>
            <a:endParaRPr lang="ru-RU" dirty="0"/>
          </a:p>
          <a:p>
            <a:r>
              <a:rPr lang="ru-RU" b="1" dirty="0"/>
              <a:t>Адаптивный дизайн «из коробки»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Встроенное решение для адаптивной вёрстки: сайт корректно отображается на экранах любых размеров (мобильные телефоны, планшеты, десктопы) без дополнительной настройки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  <a:p>
            <a:r>
              <a:rPr lang="ru-RU" b="1" dirty="0" err="1"/>
              <a:t>Кроссбраузерность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Код протестирован на всех современных браузерах — меньше проблем с совместимостью и непредвиденными ошибками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  <a:p>
            <a:r>
              <a:rPr lang="ru-RU" b="1" dirty="0"/>
              <a:t>Унификация стилей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Все компоненты гармонично сочетаются друг с другом, обеспечивая единый стиль интерфейса. Это особенно важно для больших команд и масштабных проектов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  <a:p>
            <a:r>
              <a:rPr lang="ru-RU" b="1" dirty="0"/>
              <a:t>Простота освоения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Низкий порог входа: достаточно базовых знаний HTML и CSS, чтобы начать работать с </a:t>
            </a:r>
            <a:r>
              <a:rPr lang="ru-RU" dirty="0" err="1"/>
              <a:t>фреймворком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1756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подключить </a:t>
            </a:r>
            <a:r>
              <a:rPr lang="en-US" dirty="0" smtClean="0"/>
              <a:t>Bootstrap?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Подключение через CDN</a:t>
            </a:r>
          </a:p>
          <a:p>
            <a:r>
              <a:rPr lang="ru-RU" dirty="0"/>
              <a:t>Это самый простой и быстрый способ. При использовании CDN файлы </a:t>
            </a:r>
            <a:r>
              <a:rPr lang="ru-RU" dirty="0" err="1"/>
              <a:t>Bootstrap</a:t>
            </a:r>
            <a:r>
              <a:rPr lang="ru-RU" dirty="0"/>
              <a:t> загружаются с внешних серверов, что ускоряет загрузку и не требует хранения файлов на вашем хостинге.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1274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Как сделать чтоб он был уникальным</a:t>
            </a:r>
            <a:r>
              <a:rPr lang="en-US" dirty="0" smtClean="0"/>
              <a:t>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b="1" dirty="0"/>
              <a:t>Слайд 1. Титульный слайд</a:t>
            </a:r>
          </a:p>
          <a:p>
            <a:r>
              <a:rPr lang="ru-RU" b="1" dirty="0"/>
              <a:t>Заголовок:</a:t>
            </a:r>
            <a:r>
              <a:rPr lang="ru-RU" dirty="0"/>
              <a:t> Как сделать дизайн на </a:t>
            </a:r>
            <a:r>
              <a:rPr lang="ru-RU" dirty="0" err="1"/>
              <a:t>Bootstrap</a:t>
            </a:r>
            <a:r>
              <a:rPr lang="ru-RU" dirty="0"/>
              <a:t> уникальным</a:t>
            </a:r>
            <a:br>
              <a:rPr lang="ru-RU" dirty="0"/>
            </a:br>
            <a:r>
              <a:rPr lang="ru-RU" b="1" dirty="0"/>
              <a:t>Подзаголовок:</a:t>
            </a:r>
            <a:r>
              <a:rPr lang="ru-RU" dirty="0"/>
              <a:t> Практические методы </a:t>
            </a:r>
            <a:r>
              <a:rPr lang="ru-RU" dirty="0" err="1"/>
              <a:t>кастомизации</a:t>
            </a:r>
            <a:r>
              <a:rPr lang="ru-RU" dirty="0"/>
              <a:t> без использования </a:t>
            </a:r>
            <a:r>
              <a:rPr lang="ru-RU" dirty="0" err="1"/>
              <a:t>Sass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 err="1"/>
              <a:t>Визуал</a:t>
            </a:r>
            <a:r>
              <a:rPr lang="ru-RU" b="1" dirty="0"/>
              <a:t>:</a:t>
            </a:r>
            <a:r>
              <a:rPr lang="ru-RU" dirty="0"/>
              <a:t> Логотип </a:t>
            </a:r>
            <a:r>
              <a:rPr lang="ru-RU" dirty="0" err="1"/>
              <a:t>Bootstrap</a:t>
            </a:r>
            <a:r>
              <a:rPr lang="ru-RU" dirty="0"/>
              <a:t> + пример уникального интерфейса на его основе</a:t>
            </a:r>
          </a:p>
          <a:p>
            <a:r>
              <a:rPr lang="ru-RU" b="1" dirty="0"/>
              <a:t>Слайд 2. Проблема типового дизайна</a:t>
            </a:r>
          </a:p>
          <a:p>
            <a:r>
              <a:rPr lang="ru-RU" b="1" dirty="0"/>
              <a:t>Текст:</a:t>
            </a:r>
            <a:endParaRPr lang="ru-RU" dirty="0"/>
          </a:p>
          <a:p>
            <a:r>
              <a:rPr lang="ru-RU" dirty="0" err="1"/>
              <a:t>Bootstrap</a:t>
            </a:r>
            <a:r>
              <a:rPr lang="ru-RU" dirty="0"/>
              <a:t> ускоряет разработку, но приводит к однотипным сайтам.</a:t>
            </a:r>
          </a:p>
          <a:p>
            <a:r>
              <a:rPr lang="ru-RU" dirty="0"/>
              <a:t>Клиенты хотят скорость разработки + уникальный фирменный стиль.</a:t>
            </a:r>
          </a:p>
          <a:p>
            <a:r>
              <a:rPr lang="ru-RU" dirty="0"/>
              <a:t>Задача: сохранить преимущества </a:t>
            </a:r>
            <a:r>
              <a:rPr lang="ru-RU" dirty="0" err="1"/>
              <a:t>фреймворка</a:t>
            </a:r>
            <a:r>
              <a:rPr lang="ru-RU" dirty="0"/>
              <a:t> и создать индивидуальный дизайн.</a:t>
            </a:r>
          </a:p>
          <a:p>
            <a:r>
              <a:rPr lang="ru-RU" b="1" dirty="0" err="1"/>
              <a:t>Визуал</a:t>
            </a:r>
            <a:r>
              <a:rPr lang="ru-RU" b="1" dirty="0"/>
              <a:t>:</a:t>
            </a:r>
            <a:r>
              <a:rPr lang="ru-RU" dirty="0"/>
              <a:t> Коллаж из 3–4 похожих сайтов на </a:t>
            </a:r>
            <a:r>
              <a:rPr lang="ru-RU" dirty="0" err="1"/>
              <a:t>Bootstrap</a:t>
            </a:r>
            <a:r>
              <a:rPr lang="ru-RU" dirty="0"/>
              <a:t> → стрелка → уникальный сайт на </a:t>
            </a:r>
            <a:r>
              <a:rPr lang="ru-RU" dirty="0" err="1"/>
              <a:t>Bootstrap</a:t>
            </a:r>
            <a:endParaRPr lang="ru-RU" dirty="0"/>
          </a:p>
          <a:p>
            <a:r>
              <a:rPr lang="ru-RU" b="1" dirty="0"/>
              <a:t>Слайд 3. Метод 1: Переопределение CSS‑стилей</a:t>
            </a:r>
          </a:p>
          <a:p>
            <a:r>
              <a:rPr lang="ru-RU" b="1" dirty="0"/>
              <a:t>Текст:</a:t>
            </a:r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Принцип:</a:t>
            </a:r>
            <a:r>
              <a:rPr lang="ru-RU" dirty="0"/>
              <a:t> Подключить свой CSS‑файл </a:t>
            </a:r>
            <a:r>
              <a:rPr lang="ru-RU" b="1" dirty="0"/>
              <a:t>после</a:t>
            </a:r>
            <a:r>
              <a:rPr lang="ru-RU" dirty="0"/>
              <a:t> </a:t>
            </a:r>
            <a:r>
              <a:rPr lang="ru-RU" dirty="0" err="1"/>
              <a:t>Bootstrap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905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Почему </a:t>
            </a:r>
            <a:r>
              <a:rPr lang="ru-RU" dirty="0" err="1" smtClean="0"/>
              <a:t>выберают</a:t>
            </a:r>
            <a:r>
              <a:rPr lang="ru-RU" dirty="0" smtClean="0"/>
              <a:t> </a:t>
            </a:r>
            <a:r>
              <a:rPr lang="en-US" b="1" dirty="0" smtClean="0"/>
              <a:t>Bootstrap?</a:t>
            </a: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" y="2281806"/>
            <a:ext cx="11828476" cy="4504888"/>
          </a:xfrm>
        </p:spPr>
        <p:txBody>
          <a:bodyPr>
            <a:normAutofit fontScale="40000" lnSpcReduction="20000"/>
          </a:bodyPr>
          <a:lstStyle/>
          <a:p>
            <a:r>
              <a:rPr lang="ru-RU" sz="3500" b="1" dirty="0"/>
              <a:t>1. Быстрая разработка</a:t>
            </a:r>
            <a:endParaRPr lang="ru-RU" sz="3500" dirty="0"/>
          </a:p>
          <a:p>
            <a:r>
              <a:rPr lang="ru-RU" sz="3500" dirty="0"/>
              <a:t>Готовые компоненты (кнопки, формы, навигационные панели, карточки и т. д.) позволяют собирать интерфейсы за часы, а не дни.</a:t>
            </a:r>
          </a:p>
          <a:p>
            <a:r>
              <a:rPr lang="ru-RU" sz="3500" dirty="0"/>
              <a:t>Не нужно писать стили с нуля — достаточно добавить нужные классы в HTML.</a:t>
            </a:r>
          </a:p>
          <a:p>
            <a:r>
              <a:rPr lang="ru-RU" sz="3500" b="1" dirty="0"/>
              <a:t>2. Адаптивность «из коробки»</a:t>
            </a:r>
            <a:endParaRPr lang="ru-RU" sz="3500" dirty="0"/>
          </a:p>
          <a:p>
            <a:r>
              <a:rPr lang="ru-RU" sz="3500" dirty="0"/>
              <a:t>Встроенная 12‑колоночная сетка автоматически подстраивается под разные устройства.</a:t>
            </a:r>
          </a:p>
          <a:p>
            <a:r>
              <a:rPr lang="ru-RU" sz="3500" dirty="0" err="1"/>
              <a:t>Медиазапросы</a:t>
            </a:r>
            <a:r>
              <a:rPr lang="ru-RU" sz="3500" dirty="0"/>
              <a:t> уже настроены — сайт корректно отображается на мобильных телефонах, планшетах и десктопах.</a:t>
            </a:r>
          </a:p>
          <a:p>
            <a:r>
              <a:rPr lang="ru-RU" sz="3500" b="1" dirty="0"/>
              <a:t>3. </a:t>
            </a:r>
            <a:r>
              <a:rPr lang="ru-RU" sz="3500" b="1" dirty="0" err="1"/>
              <a:t>Кроссбраузерность</a:t>
            </a:r>
            <a:endParaRPr lang="ru-RU" sz="3500" dirty="0"/>
          </a:p>
          <a:p>
            <a:r>
              <a:rPr lang="ru-RU" sz="3500" dirty="0"/>
              <a:t>Фреймворк протестирован на всех современных браузерах.</a:t>
            </a:r>
          </a:p>
          <a:p>
            <a:r>
              <a:rPr lang="ru-RU" sz="3500" dirty="0"/>
              <a:t>Меньше проблем с совместимостью и неожиданными багами.</a:t>
            </a:r>
          </a:p>
          <a:p>
            <a:r>
              <a:rPr lang="ru-RU" sz="3500" b="1" dirty="0"/>
              <a:t>4. Унификация стилей</a:t>
            </a:r>
            <a:endParaRPr lang="ru-RU" sz="3500" dirty="0"/>
          </a:p>
          <a:p>
            <a:r>
              <a:rPr lang="ru-RU" sz="3500" dirty="0"/>
              <a:t>Все компоненты гармонично сочетаются друг с другом.</a:t>
            </a:r>
          </a:p>
          <a:p>
            <a:r>
              <a:rPr lang="ru-RU" sz="3500" dirty="0"/>
              <a:t>Идеально для командных проектов: все разработчики используют одинаковые правила вёрстки.</a:t>
            </a:r>
          </a:p>
          <a:p>
            <a:r>
              <a:rPr lang="ru-RU" sz="3500" b="1" dirty="0"/>
              <a:t>5. Низкий порог входа</a:t>
            </a:r>
            <a:endParaRPr lang="ru-RU" sz="3500" dirty="0"/>
          </a:p>
          <a:p>
            <a:r>
              <a:rPr lang="ru-RU" sz="3500" dirty="0"/>
              <a:t>Достаточно базовых знаний HTML и CSS, чтобы начать работать.</a:t>
            </a:r>
          </a:p>
          <a:p>
            <a:r>
              <a:rPr lang="ru-RU" sz="3500" dirty="0"/>
              <a:t>Интуитивно понятная система классов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1643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Скорость разработки.</a:t>
            </a:r>
            <a:r>
              <a:rPr lang="ru-RU" dirty="0"/>
              <a:t> Готовые компоненты (кнопки, формы, навигационные панели, карточки и т. д.) позволяют собирать интерфейсы за часы вместо дней.</a:t>
            </a:r>
          </a:p>
          <a:p>
            <a:r>
              <a:rPr lang="ru-RU" b="1" dirty="0"/>
              <a:t>Адаптивность «из коробки».</a:t>
            </a:r>
            <a:r>
              <a:rPr lang="ru-RU" dirty="0"/>
              <a:t> Встроенная 12‑колоночная сетка на основе </a:t>
            </a:r>
            <a:r>
              <a:rPr lang="ru-RU" dirty="0" err="1"/>
              <a:t>Flexbox</a:t>
            </a:r>
            <a:r>
              <a:rPr lang="ru-RU" dirty="0"/>
              <a:t> автоматически подстраивается под разные устройства (мобильные телефоны, планшеты, десктопы).</a:t>
            </a:r>
          </a:p>
          <a:p>
            <a:r>
              <a:rPr lang="ru-RU" b="1" dirty="0" err="1"/>
              <a:t>Кроссбраузерность</a:t>
            </a:r>
            <a:r>
              <a:rPr lang="ru-RU" b="1" dirty="0"/>
              <a:t>.</a:t>
            </a:r>
            <a:r>
              <a:rPr lang="ru-RU" dirty="0"/>
              <a:t> Код протестирован на всех современных браузерах — меньше проблем с совместимостью.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3044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 сферы применения </a:t>
            </a:r>
            <a:r>
              <a:rPr lang="en-US" b="1" dirty="0"/>
              <a:t>Bootstrap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smtClean="0"/>
              <a:t>.</a:t>
            </a:r>
            <a:r>
              <a:rPr lang="ru-RU" b="1" dirty="0"/>
              <a:t> </a:t>
            </a:r>
            <a:r>
              <a:rPr lang="ru-RU" b="1" dirty="0" err="1"/>
              <a:t>Лендинги</a:t>
            </a:r>
            <a:r>
              <a:rPr lang="ru-RU" b="1" dirty="0"/>
              <a:t> (посадочные страницы)</a:t>
            </a:r>
            <a:endParaRPr lang="ru-RU" dirty="0"/>
          </a:p>
          <a:p>
            <a:r>
              <a:rPr lang="ru-RU" b="1" dirty="0"/>
              <a:t>Почему подходит:</a:t>
            </a:r>
            <a:r>
              <a:rPr lang="ru-RU" dirty="0"/>
              <a:t> быстрая вёрстка, адаптивность, готовые компоненты (кнопки CTA, формы захвата, баннеры).</a:t>
            </a:r>
          </a:p>
          <a:p>
            <a:r>
              <a:rPr lang="ru-RU" b="1" dirty="0"/>
              <a:t>Примеры:</a:t>
            </a:r>
            <a:r>
              <a:rPr lang="ru-RU" dirty="0"/>
              <a:t> промо‑страницы товаров, регистрация на </a:t>
            </a:r>
            <a:r>
              <a:rPr lang="ru-RU" dirty="0" err="1"/>
              <a:t>вебинары</a:t>
            </a:r>
            <a:r>
              <a:rPr lang="ru-RU" dirty="0"/>
              <a:t>, сбор контактов.</a:t>
            </a:r>
          </a:p>
          <a:p>
            <a:r>
              <a:rPr lang="ru-RU" b="1" dirty="0"/>
              <a:t>Плюсы:</a:t>
            </a:r>
            <a:r>
              <a:rPr lang="ru-RU" dirty="0"/>
              <a:t> можно запустить за 1–2 дня, не требует сложной логики.</a:t>
            </a:r>
          </a:p>
          <a:p>
            <a:r>
              <a:rPr lang="ru-RU" b="1" dirty="0"/>
              <a:t> Админ‑панели и внутренние инструменты</a:t>
            </a:r>
            <a:endParaRPr lang="ru-RU" dirty="0"/>
          </a:p>
          <a:p>
            <a:r>
              <a:rPr lang="ru-RU" b="1" dirty="0"/>
              <a:t>Где встречается:</a:t>
            </a:r>
            <a:r>
              <a:rPr lang="ru-RU" dirty="0"/>
              <a:t> интерфейсы для CMS, CRM, ERP, </a:t>
            </a:r>
            <a:r>
              <a:rPr lang="ru-RU" dirty="0" err="1"/>
              <a:t>дашборды</a:t>
            </a:r>
            <a:r>
              <a:rPr lang="ru-RU" dirty="0"/>
              <a:t> аналитики.</a:t>
            </a:r>
          </a:p>
          <a:p>
            <a:r>
              <a:rPr lang="ru-RU" b="1" dirty="0"/>
              <a:t>Ключевые элементы:</a:t>
            </a:r>
            <a:r>
              <a:rPr lang="ru-RU" dirty="0"/>
              <a:t> таблицы данных, формы ввода, модальные окна, графики, уведомления.</a:t>
            </a:r>
          </a:p>
          <a:p>
            <a:r>
              <a:rPr lang="ru-RU" b="1" dirty="0"/>
              <a:t>Плюс:</a:t>
            </a:r>
            <a:r>
              <a:rPr lang="ru-RU" dirty="0"/>
              <a:t> унификация стилей для множества экранов управления.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6193456"/>
      </p:ext>
    </p:extLst>
  </p:cSld>
  <p:clrMapOvr>
    <a:masterClrMapping/>
  </p:clrMapOvr>
</p:sld>
</file>

<file path=ppt/theme/theme1.xml><?xml version="1.0" encoding="utf-8"?>
<a:theme xmlns:a="http://schemas.openxmlformats.org/drawingml/2006/main" name="Берлин">
  <a:themeElements>
    <a:clrScheme name="Берлин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Берлин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ерли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Берлин</Template>
  <TotalTime>109</TotalTime>
  <Words>70</Words>
  <Application>Microsoft Office PowerPoint</Application>
  <PresentationFormat>Широкоэкранный</PresentationFormat>
  <Paragraphs>65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Берлин</vt:lpstr>
      <vt:lpstr>Bootstrap</vt:lpstr>
      <vt:lpstr>Определение</vt:lpstr>
      <vt:lpstr>История создание</vt:lpstr>
      <vt:lpstr>Чем он полезнее?</vt:lpstr>
      <vt:lpstr>Как подключить Bootstrap?</vt:lpstr>
      <vt:lpstr>Как сделать чтоб он был уникальным?</vt:lpstr>
      <vt:lpstr>Почему выберают Bootstrap? </vt:lpstr>
      <vt:lpstr>Итог</vt:lpstr>
      <vt:lpstr>Основные сферы применения Bootstrap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Bootstrap</dc:title>
  <dc:creator>9231 kopr</dc:creator>
  <cp:lastModifiedBy>9231 kopr</cp:lastModifiedBy>
  <cp:revision>4</cp:revision>
  <dcterms:created xsi:type="dcterms:W3CDTF">2026-05-05T06:13:00Z</dcterms:created>
  <dcterms:modified xsi:type="dcterms:W3CDTF">2026-05-05T08:02:47Z</dcterms:modified>
</cp:coreProperties>
</file>